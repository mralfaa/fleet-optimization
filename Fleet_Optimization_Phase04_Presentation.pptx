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quality / readiness</c:v>
                </c:pt>
              </c:strCache>
            </c:strRef>
          </c:tx>
          <c:spPr>
            <a:solidFill>
              <a:srgbClr val="12B3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EV failure F1</c:v>
                </c:pt>
                <c:pt idx="1">
                  <c:v>Route delay AUC</c:v>
                </c:pt>
                <c:pt idx="2">
                  <c:v>Demand baseline MAE*</c:v>
                </c:pt>
                <c:pt idx="3">
                  <c:v>Graph MAE*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84.59</c:v>
                </c:pt>
                <c:pt idx="1">
                  <c:v>97.03</c:v>
                </c:pt>
                <c:pt idx="2">
                  <c:v>4.3499999999999996</c:v>
                </c:pt>
                <c:pt idx="3">
                  <c:v>6.53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26-4D83-8BB6-15EBDB3E9C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148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Driven Fleet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Optimization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758952" y="24231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7D2FE"/>
                </a:solidFill>
              </a:rPr>
              <a:t>Implementation Plan to Phase 04 Completion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952" y="28529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Backend foundation • MongoDB Atlas • Authentication • Core APIs • Predictive Maintenance ML integration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15400" y="960120"/>
            <a:ext cx="1234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079992" y="1097280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50%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079992" y="155448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target milestone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0" y="2926080"/>
            <a:ext cx="1143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2B3A8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61504" y="303580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2B3A8"/>
                </a:solidFill>
              </a:rPr>
              <a:t>Web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7461504" y="3319272"/>
            <a:ext cx="85039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334155"/>
                </a:solidFill>
              </a:rPr>
              <a:t>React frontend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8869680" y="2926080"/>
            <a:ext cx="1143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015984" y="303580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D4ED8"/>
                </a:solidFill>
              </a:rPr>
              <a:t>API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9015984" y="3319272"/>
            <a:ext cx="85039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334155"/>
                </a:solidFill>
              </a:rPr>
              <a:t>FastAPI backend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0424160" y="2926080"/>
            <a:ext cx="1143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570464" y="303580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97316"/>
                </a:solidFill>
              </a:rPr>
              <a:t>DB/ML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10570464" y="3319272"/>
            <a:ext cx="85039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334155"/>
                </a:solidFill>
              </a:rPr>
              <a:t>MongoDB + models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8476488" y="3264408"/>
            <a:ext cx="37490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30968" y="3264408"/>
            <a:ext cx="37490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777240" y="60807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4A3B8"/>
                </a:solidFill>
              </a:rPr>
              <a:t>Prepared for supervisor presentation and Codex implementation sequencing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status snapshot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Current implementation state and exact gap before Phase 01 starts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72600" y="502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AI Driven Fleet Optimization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30352" y="1143000"/>
            <a:ext cx="2148840" cy="228600"/>
          </a:xfrm>
          <a:prstGeom prst="roundRect">
            <a:avLst/>
          </a:prstGeom>
          <a:solidFill>
            <a:srgbClr val="1D4ED8"/>
          </a:solidFill>
          <a:ln>
            <a:solidFill>
              <a:srgbClr val="1D4ED8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CURRENT STATE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Phase 01–04 implementation plan  |  Slide 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1417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4672" y="182880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</a:rPr>
              <a:t>Done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04672" y="228600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Web frontend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40280" y="1691640"/>
            <a:ext cx="1417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04872" y="182880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</a:rPr>
              <a:t>Done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404872" y="228600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Mobile frontend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0" y="1691640"/>
            <a:ext cx="1417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05072" y="182880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</a:rPr>
              <a:t>Ready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005072" y="228600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ML artifacts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40680" y="1691640"/>
            <a:ext cx="1417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05272" y="182880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</a:rPr>
              <a:t>Missing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05272" y="228600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Real backend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040880" y="1691640"/>
            <a:ext cx="1417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205472" y="182880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</a:rPr>
              <a:t>Missing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05472" y="228600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Database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641080" y="1691640"/>
            <a:ext cx="1417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805672" y="182880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</a:rPr>
              <a:t>Missing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805672" y="228600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API wiring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800" y="3154680"/>
            <a:ext cx="3246120" cy="114300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85800" y="3154680"/>
            <a:ext cx="73152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" y="330098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What exists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86968" y="3666744"/>
            <a:ext cx="284378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React web UI, Flutter driver UI, three trained ML artifact ZIPs, and mock/demo service flows.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343400" y="3154680"/>
            <a:ext cx="3246120" cy="114300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343400" y="3154680"/>
            <a:ext cx="73152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44568" y="330098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What is missing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44568" y="3666744"/>
            <a:ext cx="284378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Backend APIs, MongoDB Atlas persistence, authentication, real prediction endpoints, and service integration.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8001000" y="3154680"/>
            <a:ext cx="324612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8001000" y="3154680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02168" y="330098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Phase 01–04 target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202168" y="3666744"/>
            <a:ext cx="284378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Convert the project from frontend prototype to backend-connected research prototype for predictive maintenance.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960120" y="491947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334155"/>
                </a:solidFill>
              </a:rPr>
              <a:t>Estimated current project completion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960120" y="5166360"/>
            <a:ext cx="4389120" cy="16459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0120" y="5166360"/>
            <a:ext cx="1536192" cy="164592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22392" y="51389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64748B"/>
                </a:solidFill>
              </a:rPr>
              <a:t>35%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6446520" y="491947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334155"/>
                </a:solidFill>
              </a:rPr>
              <a:t>Target after Phase 04 completion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6446520" y="5166360"/>
            <a:ext cx="4389120" cy="16459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46520" y="5166360"/>
            <a:ext cx="2194560" cy="164592"/>
          </a:xfrm>
          <a:prstGeom prst="roundRect">
            <a:avLst/>
          </a:prstGeom>
          <a:solidFill>
            <a:srgbClr val="12B3A8"/>
          </a:solidFill>
          <a:ln w="12700">
            <a:solidFill>
              <a:srgbClr val="12B3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08792" y="51389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64748B"/>
                </a:solidFill>
              </a:rPr>
              <a:t>50%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architecture by Phase 04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The backend becomes the integration layer between existing frontends, MongoDB, and ML artifacts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72600" y="502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AI Driven Fleet Optimization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30352" y="1143000"/>
            <a:ext cx="2148840" cy="228600"/>
          </a:xfrm>
          <a:prstGeom prst="roundRect">
            <a:avLst/>
          </a:prstGeom>
          <a:solidFill>
            <a:srgbClr val="12B3A8"/>
          </a:solidFill>
          <a:ln>
            <a:solidFill>
              <a:srgbClr val="12B3A8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Phase 01–04 implementation plan  |  Slide 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31720" y="2743200"/>
            <a:ext cx="1965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97680" y="3886200"/>
            <a:ext cx="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92240" y="2743200"/>
            <a:ext cx="1737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92240" y="3246120"/>
            <a:ext cx="1737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92240" y="3749040"/>
            <a:ext cx="1737360" cy="5486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85800" y="2057400"/>
            <a:ext cx="1600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85800" y="2057400"/>
            <a:ext cx="73152" cy="868680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2203704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React Web App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6968" y="2569464"/>
            <a:ext cx="119786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334155"/>
                </a:solidFill>
              </a:rPr>
              <a:t>Admin dashboard, vehicles, maintenance, predictions</a:t>
            </a:r>
            <a:endParaRPr lang="en-US" sz="710" dirty="0"/>
          </a:p>
        </p:txBody>
      </p:sp>
      <p:sp>
        <p:nvSpPr>
          <p:cNvPr id="19" name="Text 17"/>
          <p:cNvSpPr/>
          <p:nvPr/>
        </p:nvSpPr>
        <p:spPr>
          <a:xfrm>
            <a:off x="685800" y="3657600"/>
            <a:ext cx="1600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85800" y="3657600"/>
            <a:ext cx="73152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3803904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Flutter Driver App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86968" y="4169664"/>
            <a:ext cx="119786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334155"/>
                </a:solidFill>
              </a:rPr>
              <a:t>Driver login, route, alerts, issue report</a:t>
            </a:r>
            <a:endParaRPr lang="en-US" sz="710" dirty="0"/>
          </a:p>
        </p:txBody>
      </p:sp>
      <p:sp>
        <p:nvSpPr>
          <p:cNvPr id="23" name="Text 21"/>
          <p:cNvSpPr/>
          <p:nvPr/>
        </p:nvSpPr>
        <p:spPr>
          <a:xfrm>
            <a:off x="4297680" y="2011680"/>
            <a:ext cx="2148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297680" y="2011680"/>
            <a:ext cx="73152" cy="2240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98848" y="2157984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FastAPI Backend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498848" y="2523744"/>
            <a:ext cx="1746504" cy="1645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Auth, role middleware, vehicle APIs, maintenance APIs, prediction APIs, alert orchestration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169164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8229600" y="1691640"/>
            <a:ext cx="73152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30768" y="183794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MongoDB Atlas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430768" y="2203704"/>
            <a:ext cx="215798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Users, vehicles, parts, maintenance, predictions, alerts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229600" y="283464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8229600" y="2834640"/>
            <a:ext cx="73152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30768" y="298094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EV PM Model Artifact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430768" y="3346704"/>
            <a:ext cx="215798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Failure probability, maintenance type, estimated RUL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229600" y="397764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8229600" y="3977640"/>
            <a:ext cx="73152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30768" y="412394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Future Phase Artifacts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430768" y="4489704"/>
            <a:ext cx="215798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</a:rPr>
              <a:t>Route ETA/delay + demand forecasting models organized for next integration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97280" y="5166360"/>
            <a:ext cx="9966960" cy="73152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1097280" y="5166360"/>
            <a:ext cx="73152" cy="731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98448" y="5312664"/>
            <a:ext cx="9564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Phase 04 boundary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298448" y="5678424"/>
            <a:ext cx="9564624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At Phase 04, predictive maintenance becomes API-backed and persisted. Route + demand artifacts are organized but full model integration happens after the 50% milestone.</a:t>
            </a:r>
            <a:endParaRPr lang="en-US" sz="8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artifact readiness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Three model artifacts exist, but only EV predictive maintenance is integrated by Phase 04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72600" y="502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AI Driven Fleet Optimization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30352" y="1143000"/>
            <a:ext cx="2148840" cy="2286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ARTIFACTS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Phase 01–04 implementation plan  |  Slide 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691640"/>
            <a:ext cx="3429000" cy="182880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85800" y="1691640"/>
            <a:ext cx="73152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1837944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Predictive Maintenance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968" y="2203704"/>
            <a:ext cx="3026664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Artifact: ev_pm_artifacts.zip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Core output: failure probability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Status by Phase 04: integrated into API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Key metric: failure F1 = 84.59%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389120" y="1691640"/>
            <a:ext cx="3429000" cy="18288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89120" y="1691640"/>
            <a:ext cx="73152" cy="1828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1837944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Route Prediction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90288" y="2203704"/>
            <a:ext cx="3026664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Artifact: route_prediction_artifacts.zip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Core output: ETA + delay risk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Status by Phase 04: organized only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Key metric: delay ROC-AUC = 97.03%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8092440" y="1691640"/>
            <a:ext cx="3429000" cy="182880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092440" y="1691640"/>
            <a:ext cx="73152" cy="1828800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1837944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Demand Forecasting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93608" y="2203704"/>
            <a:ext cx="3026664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Artifact: demand_forecasting_artifacts.zip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Core output: zone demand forecast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Status by Phase 04: organized only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Note: baseline currently stronger than graph-enhanced</a:t>
            </a:r>
            <a:endParaRPr lang="en-US" sz="88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914400" y="4023360"/>
          <a:ext cx="987552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914400" y="571500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64748B"/>
                </a:solidFill>
              </a:rPr>
              <a:t>*Demand MAE is an error metric; lower is better. This chart shows it on the same scale only for presentation comparison.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to first 50% completion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Phases 01–04 turn the project into a backend-connected prototype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72600" y="502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AI Driven Fleet Optimization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30352" y="1143000"/>
            <a:ext cx="2148840" cy="228600"/>
          </a:xfrm>
          <a:prstGeom prst="roundRect">
            <a:avLst/>
          </a:prstGeom>
          <a:solidFill>
            <a:srgbClr val="F97316"/>
          </a:solidFill>
          <a:ln>
            <a:solidFill>
              <a:srgbClr val="F9731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ROADMAP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Phase 01–04 implementation plan  |  Slide 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566928" cy="566928"/>
          </a:xfrm>
          <a:prstGeom prst="ellipse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25880" y="2112264"/>
            <a:ext cx="18105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85800" y="260604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85800" y="2606040"/>
            <a:ext cx="73152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275234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Backend foundation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86968" y="3118104"/>
            <a:ext cx="2020824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334155"/>
                </a:solidFill>
              </a:rPr>
              <a:t>FastAPI, CORS, config, MongoDB connection, health checks, artifact organization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3474720" y="1828800"/>
            <a:ext cx="566928" cy="56692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14800" y="2112264"/>
            <a:ext cx="18105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474720" y="260604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474720" y="260604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5888" y="275234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Authentication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75888" y="3118104"/>
            <a:ext cx="2020824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334155"/>
                </a:solidFill>
              </a:rPr>
              <a:t>JWT login, users, roles, protected APIs, web/mobile auth readiness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6263640" y="1828800"/>
            <a:ext cx="566928" cy="566928"/>
          </a:xfrm>
          <a:prstGeom prst="ellipse">
            <a:avLst/>
          </a:prstGeom>
          <a:solidFill>
            <a:srgbClr val="12B3A8"/>
          </a:solidFill>
          <a:ln>
            <a:solidFill>
              <a:srgbClr val="12B3A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03720" y="2112264"/>
            <a:ext cx="18105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263640" y="260604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263640" y="2606040"/>
            <a:ext cx="73152" cy="1417320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4808" y="275234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Core data APIs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64808" y="3118104"/>
            <a:ext cx="2020824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334155"/>
                </a:solidFill>
              </a:rPr>
              <a:t>Vehicles, parts, maintenance records, alerts, dashboard summaries, seed data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9052560" y="1828800"/>
            <a:ext cx="566928" cy="56692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52560" y="260604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9052560" y="2606040"/>
            <a:ext cx="73152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53728" y="275234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PM ML integration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253728" y="3118104"/>
            <a:ext cx="2020824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334155"/>
                </a:solidFill>
              </a:rPr>
              <a:t>Load EV model artifact, expose prediction API, save results, trigger alerts</a:t>
            </a:r>
            <a:endParaRPr lang="en-US" sz="770" dirty="0"/>
          </a:p>
        </p:txBody>
      </p:sp>
      <p:sp>
        <p:nvSpPr>
          <p:cNvPr id="33" name="Text 31"/>
          <p:cNvSpPr/>
          <p:nvPr/>
        </p:nvSpPr>
        <p:spPr>
          <a:xfrm>
            <a:off x="960120" y="482803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334155"/>
                </a:solidFill>
              </a:rPr>
              <a:t>Project completion target after Phase 04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960120" y="5074920"/>
            <a:ext cx="9601200" cy="201168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120" y="5074920"/>
            <a:ext cx="4800600" cy="201168"/>
          </a:xfrm>
          <a:prstGeom prst="roundRect">
            <a:avLst/>
          </a:prstGeom>
          <a:solidFill>
            <a:srgbClr val="12B3A8"/>
          </a:solidFill>
          <a:ln w="12700">
            <a:solidFill>
              <a:srgbClr val="12B3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34472" y="50474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64748B"/>
                </a:solidFill>
              </a:rPr>
              <a:t>50%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097280" y="5532120"/>
            <a:ext cx="93268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1097280" y="5532120"/>
            <a:ext cx="73152" cy="502920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98448" y="5678424"/>
            <a:ext cx="892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Milestone result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298448" y="6044184"/>
            <a:ext cx="8924544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334155"/>
                </a:solidFill>
              </a:rPr>
              <a:t>React web and Flutter mobile remain intact, while FastAPI becomes the backend backbone for MongoDB + ML integration.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01 — Backend foundation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Create the backend skeleton and organize the ML artifacts without running them yet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72600" y="502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AI Driven Fleet Optimization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30352" y="1143000"/>
            <a:ext cx="2148840" cy="228600"/>
          </a:xfrm>
          <a:prstGeom prst="roundRect">
            <a:avLst/>
          </a:prstGeom>
          <a:solidFill>
            <a:srgbClr val="1D4ED8"/>
          </a:solidFill>
          <a:ln>
            <a:solidFill>
              <a:srgbClr val="1D4ED8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Phase 01–04 implementation plan  |  Slide 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600200"/>
            <a:ext cx="3246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85800" y="1600200"/>
            <a:ext cx="73152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174650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Implementation scope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968" y="2112264"/>
            <a:ext cx="284378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FastAPI project, environment config, health routes, CORS, MongoDB connection utilities, response helpers.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343400" y="1600200"/>
            <a:ext cx="3246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43400" y="1600200"/>
            <a:ext cx="73152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174650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Artifact handling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44568" y="2112264"/>
            <a:ext cx="284378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Extract ev_pm_artifacts.zip, route_prediction_artifacts.zip, and demand_forecasting_artifacts.zip into backend/ml_artifacts.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8001000" y="1600200"/>
            <a:ext cx="3246120" cy="118872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001000" y="1600200"/>
            <a:ext cx="73152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02168" y="174650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No feature integration yet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02168" y="2112264"/>
            <a:ext cx="284378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No authentication, no model loading, no frontend API replacement, no route optimizer in this phase.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868680" y="3337560"/>
            <a:ext cx="3444240" cy="310896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Area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312920" y="3337560"/>
            <a:ext cx="3444240" cy="310896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Deliverable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757160" y="3337560"/>
            <a:ext cx="3444240" cy="310896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Verification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68680" y="3648456"/>
            <a:ext cx="34442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34155"/>
                </a:solidFill>
              </a:rPr>
              <a:t>Backend</a:t>
            </a:r>
            <a:endParaRPr lang="en-US" sz="710" dirty="0"/>
          </a:p>
        </p:txBody>
      </p:sp>
      <p:sp>
        <p:nvSpPr>
          <p:cNvPr id="26" name="Text 24"/>
          <p:cNvSpPr/>
          <p:nvPr/>
        </p:nvSpPr>
        <p:spPr>
          <a:xfrm>
            <a:off x="4312920" y="3648456"/>
            <a:ext cx="34442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backend/app/main.py + core modules</a:t>
            </a:r>
            <a:endParaRPr lang="en-US" sz="710" dirty="0"/>
          </a:p>
        </p:txBody>
      </p:sp>
      <p:sp>
        <p:nvSpPr>
          <p:cNvPr id="27" name="Text 25"/>
          <p:cNvSpPr/>
          <p:nvPr/>
        </p:nvSpPr>
        <p:spPr>
          <a:xfrm>
            <a:off x="7757160" y="3648456"/>
            <a:ext cx="34442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/api/health returns success</a:t>
            </a:r>
            <a:endParaRPr lang="en-US" sz="710" dirty="0"/>
          </a:p>
        </p:txBody>
      </p:sp>
      <p:sp>
        <p:nvSpPr>
          <p:cNvPr id="28" name="Text 26"/>
          <p:cNvSpPr/>
          <p:nvPr/>
        </p:nvSpPr>
        <p:spPr>
          <a:xfrm>
            <a:off x="868680" y="3977640"/>
            <a:ext cx="344424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34155"/>
                </a:solidFill>
              </a:rPr>
              <a:t>MongoDB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4312920" y="3977640"/>
            <a:ext cx="344424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Motor connection utilities</a:t>
            </a:r>
            <a:endParaRPr lang="en-US" sz="710" dirty="0"/>
          </a:p>
        </p:txBody>
      </p:sp>
      <p:sp>
        <p:nvSpPr>
          <p:cNvPr id="30" name="Text 28"/>
          <p:cNvSpPr/>
          <p:nvPr/>
        </p:nvSpPr>
        <p:spPr>
          <a:xfrm>
            <a:off x="7757160" y="3977640"/>
            <a:ext cx="344424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/api/health/db safe even without URI</a:t>
            </a:r>
            <a:endParaRPr lang="en-US" sz="710" dirty="0"/>
          </a:p>
        </p:txBody>
      </p:sp>
      <p:sp>
        <p:nvSpPr>
          <p:cNvPr id="31" name="Text 29"/>
          <p:cNvSpPr/>
          <p:nvPr/>
        </p:nvSpPr>
        <p:spPr>
          <a:xfrm>
            <a:off x="868680" y="4306824"/>
            <a:ext cx="34442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34155"/>
                </a:solidFill>
              </a:rPr>
              <a:t>Artifacts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4312920" y="4306824"/>
            <a:ext cx="34442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3 ML artifact folders</a:t>
            </a:r>
            <a:endParaRPr lang="en-US" sz="710" dirty="0"/>
          </a:p>
        </p:txBody>
      </p:sp>
      <p:sp>
        <p:nvSpPr>
          <p:cNvPr id="33" name="Text 31"/>
          <p:cNvSpPr/>
          <p:nvPr/>
        </p:nvSpPr>
        <p:spPr>
          <a:xfrm>
            <a:off x="7757160" y="4306824"/>
            <a:ext cx="34442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ZIP files extracted and documented</a:t>
            </a:r>
            <a:endParaRPr lang="en-US" sz="710" dirty="0"/>
          </a:p>
        </p:txBody>
      </p:sp>
      <p:sp>
        <p:nvSpPr>
          <p:cNvPr id="34" name="Text 32"/>
          <p:cNvSpPr/>
          <p:nvPr/>
        </p:nvSpPr>
        <p:spPr>
          <a:xfrm>
            <a:off x="868680" y="4636008"/>
            <a:ext cx="344424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34155"/>
                </a:solidFill>
              </a:rPr>
              <a:t>Docs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4312920" y="4636008"/>
            <a:ext cx="344424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README + .env.example</a:t>
            </a:r>
            <a:endParaRPr lang="en-US" sz="710" dirty="0"/>
          </a:p>
        </p:txBody>
      </p:sp>
      <p:sp>
        <p:nvSpPr>
          <p:cNvPr id="36" name="Text 34"/>
          <p:cNvSpPr/>
          <p:nvPr/>
        </p:nvSpPr>
        <p:spPr>
          <a:xfrm>
            <a:off x="7757160" y="4636008"/>
            <a:ext cx="344424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Developer can run locally</a:t>
            </a:r>
            <a:endParaRPr lang="en-US" sz="710" dirty="0"/>
          </a:p>
        </p:txBody>
      </p:sp>
      <p:sp>
        <p:nvSpPr>
          <p:cNvPr id="37" name="Text 35"/>
          <p:cNvSpPr/>
          <p:nvPr/>
        </p:nvSpPr>
        <p:spPr>
          <a:xfrm>
            <a:off x="960120" y="5349240"/>
            <a:ext cx="9966960" cy="566928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960120" y="5349240"/>
            <a:ext cx="73152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61288" y="5495544"/>
            <a:ext cx="9564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Expected output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61288" y="5861304"/>
            <a:ext cx="9564624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 clean backend base that starts reliably and is ready for Phase 02 authentication.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02 — Authentication and role foundation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Turn the backend into a protected platform for admin, fleet, planner, maintenance, and driver users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72600" y="502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AI Driven Fleet Optimization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30352" y="1143000"/>
            <a:ext cx="2148840" cy="2286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Phase 01–04 implementation plan  |  Slide 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31520" y="155448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700784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User model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2688" y="2066544"/>
            <a:ext cx="252374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email, password_hash, full_name, role, status, timestamps, last_login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886200" y="155448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886200" y="1554480"/>
            <a:ext cx="73152" cy="1234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87368" y="1700784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Auth endpoints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087368" y="2066544"/>
            <a:ext cx="252374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POST /auth/register, POST /auth/login, GET /auth/me, POST /auth/logout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7040880" y="1554480"/>
            <a:ext cx="2926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040880" y="1554480"/>
            <a:ext cx="73152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42048" y="1700784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Security layer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242048" y="2066544"/>
            <a:ext cx="252374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bcrypt password hashing, JWT token creation, role-based dependency guards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1005840" y="333756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1005840" y="3337560"/>
            <a:ext cx="73152" cy="1143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48386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Admin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207008" y="3849624"/>
            <a:ext cx="188366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full system access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566160" y="333756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566160" y="3337560"/>
            <a:ext cx="73152" cy="1143000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67328" y="348386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Fleet Manager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767328" y="3849624"/>
            <a:ext cx="188366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vehicles, dashboards, alerts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26480" y="333756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126480" y="3337560"/>
            <a:ext cx="73152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348386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Route Planner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27648" y="3849624"/>
            <a:ext cx="188366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routes, deliveries, demand views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686800" y="333756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8686800" y="3337560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87968" y="348386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Driver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887968" y="3849624"/>
            <a:ext cx="188366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mobile-only route and alerts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60120" y="5166360"/>
            <a:ext cx="9966960" cy="68580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960120" y="5166360"/>
            <a:ext cx="73152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1288" y="5312664"/>
            <a:ext cx="9564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Phase 02 completion criterion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161288" y="5678424"/>
            <a:ext cx="956462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A user can log in through backend JWT and access protected test endpoints; frontend and mobile integration may remain minimal until later phase.</a:t>
            </a:r>
            <a:endParaRPr lang="en-US" sz="8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03 — Core domain APIs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Implement the data backbone required by the predictive maintenance workflow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72600" y="502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AI Driven Fleet Optimization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30352" y="1143000"/>
            <a:ext cx="2148840" cy="228600"/>
          </a:xfrm>
          <a:prstGeom prst="roundRect">
            <a:avLst/>
          </a:prstGeom>
          <a:solidFill>
            <a:srgbClr val="12B3A8"/>
          </a:solidFill>
          <a:ln>
            <a:solidFill>
              <a:srgbClr val="12B3A8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Phase 01–04 implementation plan  |  Slide 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31520" y="1508760"/>
            <a:ext cx="233172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31520" y="1508760"/>
            <a:ext cx="73152" cy="1207008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55064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Vehicles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2688" y="2020824"/>
            <a:ext cx="1929384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CRUD, status, mileage, assigned driver, last service date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337560" y="1508760"/>
            <a:ext cx="233172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337560" y="1508760"/>
            <a:ext cx="73152" cy="1207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8728" y="1655064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Vehicle Parts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38728" y="2020824"/>
            <a:ext cx="1929384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part list, risk status, service cycle, last maintained date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943600" y="1508760"/>
            <a:ext cx="233172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943600" y="1508760"/>
            <a:ext cx="73152" cy="1207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1655064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Maintenance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44768" y="2020824"/>
            <a:ext cx="1929384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records, costs, notes, completion status, history timeline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8549640" y="1508760"/>
            <a:ext cx="233172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8549640" y="1508760"/>
            <a:ext cx="73152" cy="1207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50808" y="1655064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Alerts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50808" y="2020824"/>
            <a:ext cx="1929384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risk alerts, overdue alerts, resolved/unresolved states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868680" y="3246120"/>
            <a:ext cx="3459480" cy="310896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API group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328160" y="3246120"/>
            <a:ext cx="3459480" cy="310896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Key endpoints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787640" y="3246120"/>
            <a:ext cx="3459480" cy="310896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Purpose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68680" y="3557016"/>
            <a:ext cx="34594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34155"/>
                </a:solidFill>
              </a:rPr>
              <a:t>Vehicles</a:t>
            </a:r>
            <a:endParaRPr lang="en-US" sz="710" dirty="0"/>
          </a:p>
        </p:txBody>
      </p:sp>
      <p:sp>
        <p:nvSpPr>
          <p:cNvPr id="30" name="Text 28"/>
          <p:cNvSpPr/>
          <p:nvPr/>
        </p:nvSpPr>
        <p:spPr>
          <a:xfrm>
            <a:off x="4328160" y="3557016"/>
            <a:ext cx="34594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GET/POST/PUT /api/vehicles</a:t>
            </a:r>
            <a:endParaRPr lang="en-US" sz="710" dirty="0"/>
          </a:p>
        </p:txBody>
      </p:sp>
      <p:sp>
        <p:nvSpPr>
          <p:cNvPr id="31" name="Text 29"/>
          <p:cNvSpPr/>
          <p:nvPr/>
        </p:nvSpPr>
        <p:spPr>
          <a:xfrm>
            <a:off x="7787640" y="3557016"/>
            <a:ext cx="34594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Fleet registry and dashboard source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868680" y="3886200"/>
            <a:ext cx="345948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34155"/>
                </a:solidFill>
              </a:rPr>
              <a:t>Parts</a:t>
            </a:r>
            <a:endParaRPr lang="en-US" sz="710" dirty="0"/>
          </a:p>
        </p:txBody>
      </p:sp>
      <p:sp>
        <p:nvSpPr>
          <p:cNvPr id="33" name="Text 31"/>
          <p:cNvSpPr/>
          <p:nvPr/>
        </p:nvSpPr>
        <p:spPr>
          <a:xfrm>
            <a:off x="4328160" y="3886200"/>
            <a:ext cx="345948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GET /api/vehicles/{id}/parts</a:t>
            </a:r>
            <a:endParaRPr lang="en-US" sz="710" dirty="0"/>
          </a:p>
        </p:txBody>
      </p:sp>
      <p:sp>
        <p:nvSpPr>
          <p:cNvPr id="34" name="Text 32"/>
          <p:cNvSpPr/>
          <p:nvPr/>
        </p:nvSpPr>
        <p:spPr>
          <a:xfrm>
            <a:off x="7787640" y="3886200"/>
            <a:ext cx="345948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Component-level health view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868680" y="4215384"/>
            <a:ext cx="34594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34155"/>
                </a:solidFill>
              </a:rPr>
              <a:t>Maintenance</a:t>
            </a:r>
            <a:endParaRPr lang="en-US" sz="710" dirty="0"/>
          </a:p>
        </p:txBody>
      </p:sp>
      <p:sp>
        <p:nvSpPr>
          <p:cNvPr id="36" name="Text 34"/>
          <p:cNvSpPr/>
          <p:nvPr/>
        </p:nvSpPr>
        <p:spPr>
          <a:xfrm>
            <a:off x="4328160" y="4215384"/>
            <a:ext cx="34594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POST /api/vehicles/{id}/maintenance</a:t>
            </a:r>
            <a:endParaRPr lang="en-US" sz="710" dirty="0"/>
          </a:p>
        </p:txBody>
      </p:sp>
      <p:sp>
        <p:nvSpPr>
          <p:cNvPr id="37" name="Text 35"/>
          <p:cNvSpPr/>
          <p:nvPr/>
        </p:nvSpPr>
        <p:spPr>
          <a:xfrm>
            <a:off x="7787640" y="4215384"/>
            <a:ext cx="34594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Service history and risk reset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868680" y="4544568"/>
            <a:ext cx="345948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34155"/>
                </a:solidFill>
              </a:rPr>
              <a:t>Alerts</a:t>
            </a:r>
            <a:endParaRPr lang="en-US" sz="710" dirty="0"/>
          </a:p>
        </p:txBody>
      </p:sp>
      <p:sp>
        <p:nvSpPr>
          <p:cNvPr id="39" name="Text 37"/>
          <p:cNvSpPr/>
          <p:nvPr/>
        </p:nvSpPr>
        <p:spPr>
          <a:xfrm>
            <a:off x="4328160" y="4544568"/>
            <a:ext cx="345948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GET/PUT /api/alerts</a:t>
            </a:r>
            <a:endParaRPr lang="en-US" sz="710" dirty="0"/>
          </a:p>
        </p:txBody>
      </p:sp>
      <p:sp>
        <p:nvSpPr>
          <p:cNvPr id="40" name="Text 38"/>
          <p:cNvSpPr/>
          <p:nvPr/>
        </p:nvSpPr>
        <p:spPr>
          <a:xfrm>
            <a:off x="7787640" y="4544568"/>
            <a:ext cx="345948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Risk communication workflow</a:t>
            </a:r>
            <a:endParaRPr lang="en-US" sz="710" dirty="0"/>
          </a:p>
        </p:txBody>
      </p:sp>
      <p:sp>
        <p:nvSpPr>
          <p:cNvPr id="41" name="Text 39"/>
          <p:cNvSpPr/>
          <p:nvPr/>
        </p:nvSpPr>
        <p:spPr>
          <a:xfrm>
            <a:off x="1051560" y="5440680"/>
            <a:ext cx="9692640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1051560" y="5440680"/>
            <a:ext cx="73152" cy="502920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52728" y="5586984"/>
            <a:ext cx="9290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Phase 03 completion criterion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252728" y="5952744"/>
            <a:ext cx="9290304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Web app can be gradually switched from mock vehicle/maintenance data to real backend data.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04 — Predictive maintenance ML integration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Load the EV artifact and expose real prediction APIs for the web dashboard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72600" y="502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AI Driven Fleet Optimization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30352" y="1143000"/>
            <a:ext cx="2148840" cy="228600"/>
          </a:xfrm>
          <a:prstGeom prst="roundRect">
            <a:avLst/>
          </a:prstGeom>
          <a:solidFill>
            <a:srgbClr val="EF4444"/>
          </a:solidFill>
          <a:ln>
            <a:solidFill>
              <a:srgbClr val="EF4444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Phase 01–04 implementation plan  |  Slide 9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48840" y="2761488"/>
            <a:ext cx="1097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66360" y="2761488"/>
            <a:ext cx="1097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83880" y="2761488"/>
            <a:ext cx="1097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22960" y="2148840"/>
            <a:ext cx="132588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69264" y="2258568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D4ED8"/>
                </a:solidFill>
              </a:rPr>
              <a:t>Input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969264" y="2542032"/>
            <a:ext cx="103327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334155"/>
                </a:solidFill>
              </a:rPr>
              <a:t>EV sensor / usage features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3246120" y="2148840"/>
            <a:ext cx="192024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92424" y="225856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EF4444"/>
                </a:solidFill>
              </a:rPr>
              <a:t>Model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3392424" y="2542032"/>
            <a:ext cx="162763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334155"/>
                </a:solidFill>
              </a:rPr>
              <a:t>ev_predictive_maintenance_model_bundle.joblib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6263640" y="2148840"/>
            <a:ext cx="192024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09944" y="225856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97316"/>
                </a:solidFill>
              </a:rPr>
              <a:t>API output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6409944" y="2542032"/>
            <a:ext cx="162763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334155"/>
                </a:solidFill>
              </a:rPr>
              <a:t>probability, type, RUL estimate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9281160" y="2148840"/>
            <a:ext cx="132588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12B3A8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427464" y="2258568"/>
            <a:ext cx="1033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2B3A8"/>
                </a:solidFill>
              </a:rPr>
              <a:t>Action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9427464" y="2542032"/>
            <a:ext cx="103327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334155"/>
                </a:solidFill>
              </a:rPr>
              <a:t>save + alert + dashboard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777240" y="3977640"/>
            <a:ext cx="3474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777240" y="3977640"/>
            <a:ext cx="73152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" y="4123944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Endpoint examples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78408" y="4489704"/>
            <a:ext cx="307238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334155"/>
                </a:solidFill>
              </a:rPr>
              <a:t>POST /api/predictive-maintenance/predict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334155"/>
                </a:solidFill>
              </a:rPr>
              <a:t>GET /api/predictive-maintenance/fleet-risk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334155"/>
                </a:solidFill>
              </a:rPr>
              <a:t>POST /api/predictive-maintenance/refresh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4480560" y="3977640"/>
            <a:ext cx="3474720" cy="109728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480560" y="3977640"/>
            <a:ext cx="73152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4123944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Business rule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681728" y="4489704"/>
            <a:ext cx="307238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If failure probability ≥ 70%, generate a critical alert and mark vehicle/part as high risk.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8183880" y="3977640"/>
            <a:ext cx="3108960" cy="109728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8183880" y="3977640"/>
            <a:ext cx="73152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85048" y="4123944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Boundary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385048" y="4489704"/>
            <a:ext cx="270662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Use RUL as estimated window only; current RUL regression is weak and must not be overclaimed.</a:t>
            </a:r>
            <a:endParaRPr lang="en-US" sz="8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collections by Phase 04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Only create the collections required to make the maintenance workflow real and persistent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72600" y="502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AI Driven Fleet Optimization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30352" y="1143000"/>
            <a:ext cx="2148840" cy="2286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MONGODB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Phase 01–04 implementation plan  |  Slide 10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31520" y="1417320"/>
            <a:ext cx="73152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563624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users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2688" y="1929384"/>
            <a:ext cx="197510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admin, fleet manager, maintenance manager, route planner, driver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37560" y="141732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337560" y="1417320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8728" y="1563624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vehicles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38728" y="1929384"/>
            <a:ext cx="197510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registration, model, mileage, status, assigned driver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0" y="141732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943600" y="1417320"/>
            <a:ext cx="73152" cy="1143000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1563624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vehicle_parts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44768" y="1929384"/>
            <a:ext cx="197510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part name, risk score, last service, next maintenance estimate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49640" y="141732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8549640" y="1417320"/>
            <a:ext cx="73152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50808" y="1563624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maintenance_records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50808" y="1929384"/>
            <a:ext cx="197510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service date, part, cost, issue, notes, completion state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25880" y="324612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1325880" y="3246120"/>
            <a:ext cx="73152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27048" y="339242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maintenance_predictions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527048" y="3758184"/>
            <a:ext cx="224942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failure probability, maintenance type, confidence, RUL estimate, model version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0" y="324612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754880" y="3246120"/>
            <a:ext cx="73152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39242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alerts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56048" y="3758184"/>
            <a:ext cx="224942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severity, message, related vehicle/part, status, created/resolved timestamps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183880" y="324612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8183880" y="3246120"/>
            <a:ext cx="73152" cy="1188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85048" y="339242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audit/logs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385048" y="3758184"/>
            <a:ext cx="224942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optional development log for prediction calls and maintenance updates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05840" y="5212080"/>
            <a:ext cx="9875520" cy="566928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1005840" y="5212080"/>
            <a:ext cx="73152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07008" y="5358384"/>
            <a:ext cx="947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Design principle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207008" y="5724144"/>
            <a:ext cx="9473184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Do not mix forecast, route, and maintenance data in one collection. Keep domain collections clean for later integration.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and mobile integration boundary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By Phase 04, web integration starts; mobile gets backend-ready but route functionality remains later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72600" y="502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AI Driven Fleet Optimization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30352" y="1143000"/>
            <a:ext cx="2148840" cy="228600"/>
          </a:xfrm>
          <a:prstGeom prst="roundRect">
            <a:avLst/>
          </a:prstGeom>
          <a:solidFill>
            <a:srgbClr val="1D4ED8"/>
          </a:solidFill>
          <a:ln>
            <a:solidFill>
              <a:srgbClr val="1D4ED8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FRONTENDS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Phase 01–04 implementation plan  |  Slide 11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77240" y="1417320"/>
            <a:ext cx="4892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77240" y="1417320"/>
            <a:ext cx="73152" cy="1417320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1563624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React web app changes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78408" y="1929384"/>
            <a:ext cx="4489704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Replace mock services for vehicles, maintenance history, prediction results, alerts, and dashboard summary with FastAPI calls.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492240" y="1417320"/>
            <a:ext cx="4892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492240" y="1417320"/>
            <a:ext cx="73152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1563624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Flutter mobile app changes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93408" y="1929384"/>
            <a:ext cx="4489704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Keep mock route UI if needed, but prepare auth and driver API service layer for later connection.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14400" y="3429000"/>
            <a:ext cx="3383280" cy="310896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Frontend area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297680" y="3429000"/>
            <a:ext cx="3383280" cy="310896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Phase 04 status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680960" y="3429000"/>
            <a:ext cx="3383280" cy="310896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Reason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14400" y="3739896"/>
            <a:ext cx="33832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34155"/>
                </a:solidFill>
              </a:rPr>
              <a:t>Web dashboard</a:t>
            </a:r>
            <a:endParaRPr lang="en-US" sz="710" dirty="0"/>
          </a:p>
        </p:txBody>
      </p:sp>
      <p:sp>
        <p:nvSpPr>
          <p:cNvPr id="22" name="Text 20"/>
          <p:cNvSpPr/>
          <p:nvPr/>
        </p:nvSpPr>
        <p:spPr>
          <a:xfrm>
            <a:off x="4297680" y="3739896"/>
            <a:ext cx="33832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partially API-backed</a:t>
            </a:r>
            <a:endParaRPr lang="en-US" sz="710" dirty="0"/>
          </a:p>
        </p:txBody>
      </p:sp>
      <p:sp>
        <p:nvSpPr>
          <p:cNvPr id="23" name="Text 21"/>
          <p:cNvSpPr/>
          <p:nvPr/>
        </p:nvSpPr>
        <p:spPr>
          <a:xfrm>
            <a:off x="7680960" y="3739896"/>
            <a:ext cx="33832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maintenance demo must be real</a:t>
            </a:r>
            <a:endParaRPr lang="en-US" sz="710" dirty="0"/>
          </a:p>
        </p:txBody>
      </p:sp>
      <p:sp>
        <p:nvSpPr>
          <p:cNvPr id="24" name="Text 22"/>
          <p:cNvSpPr/>
          <p:nvPr/>
        </p:nvSpPr>
        <p:spPr>
          <a:xfrm>
            <a:off x="914400" y="4069080"/>
            <a:ext cx="338328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34155"/>
                </a:solidFill>
              </a:rPr>
              <a:t>Vehicle detail page</a:t>
            </a:r>
            <a:endParaRPr lang="en-US" sz="710" dirty="0"/>
          </a:p>
        </p:txBody>
      </p:sp>
      <p:sp>
        <p:nvSpPr>
          <p:cNvPr id="25" name="Text 23"/>
          <p:cNvSpPr/>
          <p:nvPr/>
        </p:nvSpPr>
        <p:spPr>
          <a:xfrm>
            <a:off x="4297680" y="4069080"/>
            <a:ext cx="338328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API-backed</a:t>
            </a:r>
            <a:endParaRPr lang="en-US" sz="710" dirty="0"/>
          </a:p>
        </p:txBody>
      </p:sp>
      <p:sp>
        <p:nvSpPr>
          <p:cNvPr id="26" name="Text 24"/>
          <p:cNvSpPr/>
          <p:nvPr/>
        </p:nvSpPr>
        <p:spPr>
          <a:xfrm>
            <a:off x="7680960" y="4069080"/>
            <a:ext cx="338328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shows model predictions and alerts</a:t>
            </a:r>
            <a:endParaRPr lang="en-US" sz="710" dirty="0"/>
          </a:p>
        </p:txBody>
      </p:sp>
      <p:sp>
        <p:nvSpPr>
          <p:cNvPr id="27" name="Text 25"/>
          <p:cNvSpPr/>
          <p:nvPr/>
        </p:nvSpPr>
        <p:spPr>
          <a:xfrm>
            <a:off x="914400" y="4398264"/>
            <a:ext cx="33832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34155"/>
                </a:solidFill>
              </a:rPr>
              <a:t>Mobile driver route</a:t>
            </a:r>
            <a:endParaRPr lang="en-US" sz="710" dirty="0"/>
          </a:p>
        </p:txBody>
      </p:sp>
      <p:sp>
        <p:nvSpPr>
          <p:cNvPr id="28" name="Text 26"/>
          <p:cNvSpPr/>
          <p:nvPr/>
        </p:nvSpPr>
        <p:spPr>
          <a:xfrm>
            <a:off x="4297680" y="4398264"/>
            <a:ext cx="33832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not yet integrated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680960" y="4398264"/>
            <a:ext cx="33832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route optimizer is later phase</a:t>
            </a:r>
            <a:endParaRPr lang="en-US" sz="710" dirty="0"/>
          </a:p>
        </p:txBody>
      </p:sp>
      <p:sp>
        <p:nvSpPr>
          <p:cNvPr id="30" name="Text 28"/>
          <p:cNvSpPr/>
          <p:nvPr/>
        </p:nvSpPr>
        <p:spPr>
          <a:xfrm>
            <a:off x="914400" y="4727448"/>
            <a:ext cx="338328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34155"/>
                </a:solidFill>
              </a:rPr>
              <a:t>Mobile alerts</a:t>
            </a:r>
            <a:endParaRPr lang="en-US" sz="710" dirty="0"/>
          </a:p>
        </p:txBody>
      </p:sp>
      <p:sp>
        <p:nvSpPr>
          <p:cNvPr id="31" name="Text 29"/>
          <p:cNvSpPr/>
          <p:nvPr/>
        </p:nvSpPr>
        <p:spPr>
          <a:xfrm>
            <a:off x="4297680" y="4727448"/>
            <a:ext cx="338328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API-ready only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7680960" y="4727448"/>
            <a:ext cx="3383280" cy="32918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334155"/>
                </a:solidFill>
              </a:rPr>
              <a:t>push/driver alert workflow later</a:t>
            </a:r>
            <a:endParaRPr lang="en-US" sz="710" dirty="0"/>
          </a:p>
        </p:txBody>
      </p:sp>
      <p:sp>
        <p:nvSpPr>
          <p:cNvPr id="33" name="Text 31"/>
          <p:cNvSpPr/>
          <p:nvPr/>
        </p:nvSpPr>
        <p:spPr>
          <a:xfrm>
            <a:off x="1143000" y="5257800"/>
            <a:ext cx="9509760" cy="566928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1143000" y="5257800"/>
            <a:ext cx="73152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44168" y="5404104"/>
            <a:ext cx="9107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Practical scope control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344168" y="5769864"/>
            <a:ext cx="9107424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Phase 04 should not attempt to connect every mobile feature; focus on a stable predictive maintenance backend demo first.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 and controls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Prevent the implementation from becoming unstable before the 50% milestone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72600" y="502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AI Driven Fleet Optimization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30352" y="1143000"/>
            <a:ext cx="2148840" cy="228600"/>
          </a:xfrm>
          <a:prstGeom prst="roundRect">
            <a:avLst/>
          </a:prstGeom>
          <a:solidFill>
            <a:srgbClr val="F97316"/>
          </a:solidFill>
          <a:ln>
            <a:solidFill>
              <a:srgbClr val="F9731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RISK CONTROL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Phase 01–04 implementation plan  |  Slide 12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3246120" cy="100584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31520" y="1417320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56362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Risk 1: over-scoping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2688" y="1929384"/>
            <a:ext cx="284378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Trying to integrate all three ML models before backend/auth is stable.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434840" y="1417320"/>
            <a:ext cx="3246120" cy="100584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434840" y="1417320"/>
            <a:ext cx="73152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156362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Control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36008" y="1929384"/>
            <a:ext cx="284378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Integrate only EV predictive maintenance by Phase 04; organize route/demand artifacts for later.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8138160" y="1417320"/>
            <a:ext cx="324612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138160" y="1417320"/>
            <a:ext cx="73152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156362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Evidence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39328" y="1929384"/>
            <a:ext cx="284378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Route and demand artifacts already exist, so they do not block Phase 04.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31520" y="2880360"/>
            <a:ext cx="3246120" cy="100584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731520" y="2880360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302666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Risk 2: weak model claims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32688" y="3392424"/>
            <a:ext cx="284378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RUL regression and graph-enhanced demand results are not strong enough yet.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434840" y="2880360"/>
            <a:ext cx="3246120" cy="100584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434840" y="2880360"/>
            <a:ext cx="73152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36008" y="302666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Control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636008" y="3392424"/>
            <a:ext cx="284378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Use failure probability as the main maintenance output; label RUL as estimated only.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8138160" y="2880360"/>
            <a:ext cx="324612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8138160" y="2880360"/>
            <a:ext cx="73152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302666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Evidence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39328" y="3392424"/>
            <a:ext cx="284378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EV failure model F1 = 84.59%; RUL R² ≈ 0, so claims must be precise.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731520" y="4343400"/>
            <a:ext cx="3246120" cy="100584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731520" y="4343400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" y="448970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Risk 3: front-end breakage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32688" y="4855464"/>
            <a:ext cx="284378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Replacing mock services too early can break working screens.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4434840" y="4343400"/>
            <a:ext cx="3246120" cy="100584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434840" y="4343400"/>
            <a:ext cx="73152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36008" y="448970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Control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636008" y="4855464"/>
            <a:ext cx="284378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Introduce API service wrappers and migrate one screen at a time.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8138160" y="4343400"/>
            <a:ext cx="324612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8138160" y="4343400"/>
            <a:ext cx="73152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39328" y="448970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Evidence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339328" y="4855464"/>
            <a:ext cx="284378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Existing UI is valuable; preserve it and only swap data sources.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04 completion checklist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8321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Use this to prove first milestone readiness to the supervisor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72600" y="502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AI Driven Fleet Optimization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30352" y="1143000"/>
            <a:ext cx="2148840" cy="228600"/>
          </a:xfrm>
          <a:prstGeom prst="roundRect">
            <a:avLst/>
          </a:prstGeom>
          <a:solidFill>
            <a:srgbClr val="12B3A8"/>
          </a:solidFill>
          <a:ln>
            <a:solidFill>
              <a:srgbClr val="12B3A8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CHECKLIST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Phase 01–04 implementation plan  |  Slide 13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" y="1417320"/>
            <a:ext cx="320040" cy="32004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61872" y="1435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Backend runs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61872" y="17099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FastAPI starts and /api/health works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822960" y="2468880"/>
            <a:ext cx="320040" cy="32004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61872" y="24871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MongoDB connected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61872" y="27614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DB health endpoint returns configured/connected status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822960" y="3520440"/>
            <a:ext cx="320040" cy="32004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61872" y="35387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Auth works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61872" y="38130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JWT login and protected route test pass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822960" y="4572000"/>
            <a:ext cx="320040" cy="32004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61872" y="4590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Core APIs ready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261872" y="48646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vehicles, parts, maintenance, alerts CRUD complete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6446520" y="1417320"/>
            <a:ext cx="320040" cy="32004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85432" y="1435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EV model loaded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85432" y="17099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prediction endpoint returns risk output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6446520" y="2468880"/>
            <a:ext cx="320040" cy="32004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85432" y="24871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Results persisted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85432" y="27614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predictions and alerts saved to MongoDB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446520" y="3520440"/>
            <a:ext cx="320040" cy="32004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85432" y="35387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Web screen connected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85432" y="38130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vehicle/prediction dashboard uses real API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6446520" y="4572000"/>
            <a:ext cx="320040" cy="32004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85432" y="4590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Demo seed data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85432" y="48646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admin user, vehicles, maintenance records exist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1051560" y="5806440"/>
            <a:ext cx="9738360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1051560" y="5806440"/>
            <a:ext cx="73152" cy="502920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52728" y="5952744"/>
            <a:ext cx="9336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Milestone statement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252728" y="6318504"/>
            <a:ext cx="9336024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At Phase 04, the project demonstrates a real predictive maintenance pipeline from web input to backend ML inference to stored alert.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1832</Words>
  <Application>Microsoft Office PowerPoint</Application>
  <PresentationFormat>Widescreen</PresentationFormat>
  <Paragraphs>315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 Optimization Project — Implementation Plan to Phase 04</dc:title>
  <dc:subject>AI Driven Fleet Optimization implementation plan up to Phase 04</dc:subject>
  <dc:creator>OpenAI</dc:creator>
  <cp:lastModifiedBy>Dhananjaya Kumara</cp:lastModifiedBy>
  <cp:revision>4</cp:revision>
  <dcterms:created xsi:type="dcterms:W3CDTF">2026-05-09T23:26:46Z</dcterms:created>
  <dcterms:modified xsi:type="dcterms:W3CDTF">2026-05-09T23:37:07Z</dcterms:modified>
</cp:coreProperties>
</file>